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110" y="30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9052C6-B344-A053-88D5-1792690F0C0B}"/>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3D523823-4135-03C1-5772-ABF2D79BAA9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E6232F67-57B2-79C0-3D41-12AEE2066754}"/>
              </a:ext>
            </a:extLst>
          </p:cNvPr>
          <p:cNvSpPr>
            <a:spLocks noGrp="1"/>
          </p:cNvSpPr>
          <p:nvPr>
            <p:ph type="dt" sz="half" idx="10"/>
          </p:nvPr>
        </p:nvSpPr>
        <p:spPr/>
        <p:txBody>
          <a:bodyPr/>
          <a:lstStyle/>
          <a:p>
            <a:fld id="{7693D71E-BE2A-4283-861A-967DF151859C}" type="datetimeFigureOut">
              <a:rPr lang="zh-CN" altLang="en-US" smtClean="0"/>
              <a:t>2025/11/6</a:t>
            </a:fld>
            <a:endParaRPr lang="zh-CN" altLang="en-US"/>
          </a:p>
        </p:txBody>
      </p:sp>
      <p:sp>
        <p:nvSpPr>
          <p:cNvPr id="5" name="页脚占位符 4">
            <a:extLst>
              <a:ext uri="{FF2B5EF4-FFF2-40B4-BE49-F238E27FC236}">
                <a16:creationId xmlns:a16="http://schemas.microsoft.com/office/drawing/2014/main" id="{90680A46-CB0D-7D1D-0E26-63C61F25C8F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409348B-3958-38B1-8FF4-D9B7A132937E}"/>
              </a:ext>
            </a:extLst>
          </p:cNvPr>
          <p:cNvSpPr>
            <a:spLocks noGrp="1"/>
          </p:cNvSpPr>
          <p:nvPr>
            <p:ph type="sldNum" sz="quarter" idx="12"/>
          </p:nvPr>
        </p:nvSpPr>
        <p:spPr/>
        <p:txBody>
          <a:bodyPr/>
          <a:lstStyle/>
          <a:p>
            <a:fld id="{EF0BD0BB-4865-4546-A20D-32373E797FF6}" type="slidenum">
              <a:rPr lang="zh-CN" altLang="en-US" smtClean="0"/>
              <a:t>‹#›</a:t>
            </a:fld>
            <a:endParaRPr lang="zh-CN" altLang="en-US"/>
          </a:p>
        </p:txBody>
      </p:sp>
    </p:spTree>
    <p:extLst>
      <p:ext uri="{BB962C8B-B14F-4D97-AF65-F5344CB8AC3E}">
        <p14:creationId xmlns:p14="http://schemas.microsoft.com/office/powerpoint/2010/main" val="8625413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0365BD-1361-139C-098A-91428BD2889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D924426-8856-25C4-C024-2DB893D3CA69}"/>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46A1217-EBF1-EE9F-F2CB-A49182A29E37}"/>
              </a:ext>
            </a:extLst>
          </p:cNvPr>
          <p:cNvSpPr>
            <a:spLocks noGrp="1"/>
          </p:cNvSpPr>
          <p:nvPr>
            <p:ph type="dt" sz="half" idx="10"/>
          </p:nvPr>
        </p:nvSpPr>
        <p:spPr/>
        <p:txBody>
          <a:bodyPr/>
          <a:lstStyle/>
          <a:p>
            <a:fld id="{7693D71E-BE2A-4283-861A-967DF151859C}" type="datetimeFigureOut">
              <a:rPr lang="zh-CN" altLang="en-US" smtClean="0"/>
              <a:t>2025/11/6</a:t>
            </a:fld>
            <a:endParaRPr lang="zh-CN" altLang="en-US"/>
          </a:p>
        </p:txBody>
      </p:sp>
      <p:sp>
        <p:nvSpPr>
          <p:cNvPr id="5" name="页脚占位符 4">
            <a:extLst>
              <a:ext uri="{FF2B5EF4-FFF2-40B4-BE49-F238E27FC236}">
                <a16:creationId xmlns:a16="http://schemas.microsoft.com/office/drawing/2014/main" id="{CC5B18DE-57E5-E94E-AAB0-EC920965678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BAAF672-D80B-229F-4ACE-9B8D7925C8C7}"/>
              </a:ext>
            </a:extLst>
          </p:cNvPr>
          <p:cNvSpPr>
            <a:spLocks noGrp="1"/>
          </p:cNvSpPr>
          <p:nvPr>
            <p:ph type="sldNum" sz="quarter" idx="12"/>
          </p:nvPr>
        </p:nvSpPr>
        <p:spPr/>
        <p:txBody>
          <a:bodyPr/>
          <a:lstStyle/>
          <a:p>
            <a:fld id="{EF0BD0BB-4865-4546-A20D-32373E797FF6}" type="slidenum">
              <a:rPr lang="zh-CN" altLang="en-US" smtClean="0"/>
              <a:t>‹#›</a:t>
            </a:fld>
            <a:endParaRPr lang="zh-CN" altLang="en-US"/>
          </a:p>
        </p:txBody>
      </p:sp>
    </p:spTree>
    <p:extLst>
      <p:ext uri="{BB962C8B-B14F-4D97-AF65-F5344CB8AC3E}">
        <p14:creationId xmlns:p14="http://schemas.microsoft.com/office/powerpoint/2010/main" val="3311037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D8B935-CCBC-CADE-D04C-16BEA9A84707}"/>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E1AF9E03-B7A1-B540-EBCD-C8B29A4342A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BABFC6D1-17B2-FBF5-E040-A196F35D0D62}"/>
              </a:ext>
            </a:extLst>
          </p:cNvPr>
          <p:cNvSpPr>
            <a:spLocks noGrp="1"/>
          </p:cNvSpPr>
          <p:nvPr>
            <p:ph type="dt" sz="half" idx="10"/>
          </p:nvPr>
        </p:nvSpPr>
        <p:spPr/>
        <p:txBody>
          <a:bodyPr/>
          <a:lstStyle/>
          <a:p>
            <a:fld id="{7693D71E-BE2A-4283-861A-967DF151859C}" type="datetimeFigureOut">
              <a:rPr lang="zh-CN" altLang="en-US" smtClean="0"/>
              <a:t>2025/11/6</a:t>
            </a:fld>
            <a:endParaRPr lang="zh-CN" altLang="en-US"/>
          </a:p>
        </p:txBody>
      </p:sp>
      <p:sp>
        <p:nvSpPr>
          <p:cNvPr id="5" name="页脚占位符 4">
            <a:extLst>
              <a:ext uri="{FF2B5EF4-FFF2-40B4-BE49-F238E27FC236}">
                <a16:creationId xmlns:a16="http://schemas.microsoft.com/office/drawing/2014/main" id="{A8F99EE1-3BB3-9DDA-4AA2-2311B82F1BA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E3F85FB-A30E-8111-D0BA-79065BC77507}"/>
              </a:ext>
            </a:extLst>
          </p:cNvPr>
          <p:cNvSpPr>
            <a:spLocks noGrp="1"/>
          </p:cNvSpPr>
          <p:nvPr>
            <p:ph type="sldNum" sz="quarter" idx="12"/>
          </p:nvPr>
        </p:nvSpPr>
        <p:spPr/>
        <p:txBody>
          <a:bodyPr/>
          <a:lstStyle/>
          <a:p>
            <a:fld id="{EF0BD0BB-4865-4546-A20D-32373E797FF6}" type="slidenum">
              <a:rPr lang="zh-CN" altLang="en-US" smtClean="0"/>
              <a:t>‹#›</a:t>
            </a:fld>
            <a:endParaRPr lang="zh-CN" altLang="en-US"/>
          </a:p>
        </p:txBody>
      </p:sp>
    </p:spTree>
    <p:extLst>
      <p:ext uri="{BB962C8B-B14F-4D97-AF65-F5344CB8AC3E}">
        <p14:creationId xmlns:p14="http://schemas.microsoft.com/office/powerpoint/2010/main" val="11555949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4F59FA-4EB2-53FB-937C-1B790CEB859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BD6813E-99C0-6FE3-2436-BCA5981D4ED2}"/>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2D641620-159C-BE81-C65C-56EB3734E4A1}"/>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D7385728-0911-2621-8D67-4B301E77096B}"/>
              </a:ext>
            </a:extLst>
          </p:cNvPr>
          <p:cNvSpPr>
            <a:spLocks noGrp="1"/>
          </p:cNvSpPr>
          <p:nvPr>
            <p:ph type="dt" sz="half" idx="10"/>
          </p:nvPr>
        </p:nvSpPr>
        <p:spPr/>
        <p:txBody>
          <a:bodyPr/>
          <a:lstStyle/>
          <a:p>
            <a:fld id="{7693D71E-BE2A-4283-861A-967DF151859C}" type="datetimeFigureOut">
              <a:rPr lang="zh-CN" altLang="en-US" smtClean="0"/>
              <a:t>2025/11/6</a:t>
            </a:fld>
            <a:endParaRPr lang="zh-CN" altLang="en-US"/>
          </a:p>
        </p:txBody>
      </p:sp>
      <p:sp>
        <p:nvSpPr>
          <p:cNvPr id="6" name="页脚占位符 5">
            <a:extLst>
              <a:ext uri="{FF2B5EF4-FFF2-40B4-BE49-F238E27FC236}">
                <a16:creationId xmlns:a16="http://schemas.microsoft.com/office/drawing/2014/main" id="{1CA6DE15-EBB3-D679-A16E-250712F62B9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3D7BFE1-9ADD-ADB0-FF56-6ED8FA4CFA19}"/>
              </a:ext>
            </a:extLst>
          </p:cNvPr>
          <p:cNvSpPr>
            <a:spLocks noGrp="1"/>
          </p:cNvSpPr>
          <p:nvPr>
            <p:ph type="sldNum" sz="quarter" idx="12"/>
          </p:nvPr>
        </p:nvSpPr>
        <p:spPr/>
        <p:txBody>
          <a:bodyPr/>
          <a:lstStyle/>
          <a:p>
            <a:fld id="{EF0BD0BB-4865-4546-A20D-32373E797FF6}" type="slidenum">
              <a:rPr lang="zh-CN" altLang="en-US" smtClean="0"/>
              <a:t>‹#›</a:t>
            </a:fld>
            <a:endParaRPr lang="zh-CN" altLang="en-US"/>
          </a:p>
        </p:txBody>
      </p:sp>
    </p:spTree>
    <p:extLst>
      <p:ext uri="{BB962C8B-B14F-4D97-AF65-F5344CB8AC3E}">
        <p14:creationId xmlns:p14="http://schemas.microsoft.com/office/powerpoint/2010/main" val="25160233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7C93C5-C122-3AD7-6C12-1B9D937CFAFE}"/>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43F55E2B-F4AF-F33B-238A-2FBC4EE3814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302FBFCC-8903-11D8-9B8A-AE47F7AF65DA}"/>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7A0A5D7A-BDE8-80A4-9C71-75062FDDDB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CB063F0E-D2B1-4F4E-FAC8-FE60925BC59F}"/>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E015BEEE-5CFC-7125-A991-DB4F39D917D2}"/>
              </a:ext>
            </a:extLst>
          </p:cNvPr>
          <p:cNvSpPr>
            <a:spLocks noGrp="1"/>
          </p:cNvSpPr>
          <p:nvPr>
            <p:ph type="dt" sz="half" idx="10"/>
          </p:nvPr>
        </p:nvSpPr>
        <p:spPr/>
        <p:txBody>
          <a:bodyPr/>
          <a:lstStyle/>
          <a:p>
            <a:fld id="{7693D71E-BE2A-4283-861A-967DF151859C}" type="datetimeFigureOut">
              <a:rPr lang="zh-CN" altLang="en-US" smtClean="0"/>
              <a:t>2025/11/6</a:t>
            </a:fld>
            <a:endParaRPr lang="zh-CN" altLang="en-US"/>
          </a:p>
        </p:txBody>
      </p:sp>
      <p:sp>
        <p:nvSpPr>
          <p:cNvPr id="8" name="页脚占位符 7">
            <a:extLst>
              <a:ext uri="{FF2B5EF4-FFF2-40B4-BE49-F238E27FC236}">
                <a16:creationId xmlns:a16="http://schemas.microsoft.com/office/drawing/2014/main" id="{356EBA5F-B39A-9204-81FB-FCA743BC63E5}"/>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A9FAFC71-3431-06FA-9D01-789485A646A7}"/>
              </a:ext>
            </a:extLst>
          </p:cNvPr>
          <p:cNvSpPr>
            <a:spLocks noGrp="1"/>
          </p:cNvSpPr>
          <p:nvPr>
            <p:ph type="sldNum" sz="quarter" idx="12"/>
          </p:nvPr>
        </p:nvSpPr>
        <p:spPr/>
        <p:txBody>
          <a:bodyPr/>
          <a:lstStyle/>
          <a:p>
            <a:fld id="{EF0BD0BB-4865-4546-A20D-32373E797FF6}" type="slidenum">
              <a:rPr lang="zh-CN" altLang="en-US" smtClean="0"/>
              <a:t>‹#›</a:t>
            </a:fld>
            <a:endParaRPr lang="zh-CN" altLang="en-US"/>
          </a:p>
        </p:txBody>
      </p:sp>
    </p:spTree>
    <p:extLst>
      <p:ext uri="{BB962C8B-B14F-4D97-AF65-F5344CB8AC3E}">
        <p14:creationId xmlns:p14="http://schemas.microsoft.com/office/powerpoint/2010/main" val="30280632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AD9E00-7D9D-B78D-F5DF-4DBC57A27D04}"/>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B7FD5066-5566-6A9C-A426-1DA3BEE8543E}"/>
              </a:ext>
            </a:extLst>
          </p:cNvPr>
          <p:cNvSpPr>
            <a:spLocks noGrp="1"/>
          </p:cNvSpPr>
          <p:nvPr>
            <p:ph type="dt" sz="half" idx="10"/>
          </p:nvPr>
        </p:nvSpPr>
        <p:spPr/>
        <p:txBody>
          <a:bodyPr/>
          <a:lstStyle/>
          <a:p>
            <a:fld id="{7693D71E-BE2A-4283-861A-967DF151859C}" type="datetimeFigureOut">
              <a:rPr lang="zh-CN" altLang="en-US" smtClean="0"/>
              <a:t>2025/11/6</a:t>
            </a:fld>
            <a:endParaRPr lang="zh-CN" altLang="en-US"/>
          </a:p>
        </p:txBody>
      </p:sp>
      <p:sp>
        <p:nvSpPr>
          <p:cNvPr id="4" name="页脚占位符 3">
            <a:extLst>
              <a:ext uri="{FF2B5EF4-FFF2-40B4-BE49-F238E27FC236}">
                <a16:creationId xmlns:a16="http://schemas.microsoft.com/office/drawing/2014/main" id="{F2699684-CC3E-1180-FE72-93C8E9A9F1CC}"/>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220185A4-B5C8-7844-9CDF-AC6C29A33EFB}"/>
              </a:ext>
            </a:extLst>
          </p:cNvPr>
          <p:cNvSpPr>
            <a:spLocks noGrp="1"/>
          </p:cNvSpPr>
          <p:nvPr>
            <p:ph type="sldNum" sz="quarter" idx="12"/>
          </p:nvPr>
        </p:nvSpPr>
        <p:spPr/>
        <p:txBody>
          <a:bodyPr/>
          <a:lstStyle/>
          <a:p>
            <a:fld id="{EF0BD0BB-4865-4546-A20D-32373E797FF6}" type="slidenum">
              <a:rPr lang="zh-CN" altLang="en-US" smtClean="0"/>
              <a:t>‹#›</a:t>
            </a:fld>
            <a:endParaRPr lang="zh-CN" altLang="en-US"/>
          </a:p>
        </p:txBody>
      </p:sp>
    </p:spTree>
    <p:extLst>
      <p:ext uri="{BB962C8B-B14F-4D97-AF65-F5344CB8AC3E}">
        <p14:creationId xmlns:p14="http://schemas.microsoft.com/office/powerpoint/2010/main" val="36315740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60264BD-CF19-CF81-E8F8-8456D5C24899}"/>
              </a:ext>
            </a:extLst>
          </p:cNvPr>
          <p:cNvSpPr>
            <a:spLocks noGrp="1"/>
          </p:cNvSpPr>
          <p:nvPr>
            <p:ph type="dt" sz="half" idx="10"/>
          </p:nvPr>
        </p:nvSpPr>
        <p:spPr/>
        <p:txBody>
          <a:bodyPr/>
          <a:lstStyle/>
          <a:p>
            <a:fld id="{7693D71E-BE2A-4283-861A-967DF151859C}" type="datetimeFigureOut">
              <a:rPr lang="zh-CN" altLang="en-US" smtClean="0"/>
              <a:t>2025/11/6</a:t>
            </a:fld>
            <a:endParaRPr lang="zh-CN" altLang="en-US"/>
          </a:p>
        </p:txBody>
      </p:sp>
      <p:sp>
        <p:nvSpPr>
          <p:cNvPr id="3" name="页脚占位符 2">
            <a:extLst>
              <a:ext uri="{FF2B5EF4-FFF2-40B4-BE49-F238E27FC236}">
                <a16:creationId xmlns:a16="http://schemas.microsoft.com/office/drawing/2014/main" id="{7B9A82C9-6B91-B8F1-3703-BE131FE3FF0B}"/>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4971D236-EBF7-AD14-4A52-F40FD3F0637F}"/>
              </a:ext>
            </a:extLst>
          </p:cNvPr>
          <p:cNvSpPr>
            <a:spLocks noGrp="1"/>
          </p:cNvSpPr>
          <p:nvPr>
            <p:ph type="sldNum" sz="quarter" idx="12"/>
          </p:nvPr>
        </p:nvSpPr>
        <p:spPr/>
        <p:txBody>
          <a:bodyPr/>
          <a:lstStyle/>
          <a:p>
            <a:fld id="{EF0BD0BB-4865-4546-A20D-32373E797FF6}" type="slidenum">
              <a:rPr lang="zh-CN" altLang="en-US" smtClean="0"/>
              <a:t>‹#›</a:t>
            </a:fld>
            <a:endParaRPr lang="zh-CN" altLang="en-US"/>
          </a:p>
        </p:txBody>
      </p:sp>
    </p:spTree>
    <p:extLst>
      <p:ext uri="{BB962C8B-B14F-4D97-AF65-F5344CB8AC3E}">
        <p14:creationId xmlns:p14="http://schemas.microsoft.com/office/powerpoint/2010/main" val="30966668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9A7A86-85E8-3751-C0D2-CFC088236E03}"/>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ADE8594A-7FAF-616A-396F-2361E73CA8A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8E7C259B-0339-FE40-4015-4DAC1717CE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FAEF485-CF8D-1160-32F3-EE32D29CEBD2}"/>
              </a:ext>
            </a:extLst>
          </p:cNvPr>
          <p:cNvSpPr>
            <a:spLocks noGrp="1"/>
          </p:cNvSpPr>
          <p:nvPr>
            <p:ph type="dt" sz="half" idx="10"/>
          </p:nvPr>
        </p:nvSpPr>
        <p:spPr/>
        <p:txBody>
          <a:bodyPr/>
          <a:lstStyle/>
          <a:p>
            <a:fld id="{7693D71E-BE2A-4283-861A-967DF151859C}" type="datetimeFigureOut">
              <a:rPr lang="zh-CN" altLang="en-US" smtClean="0"/>
              <a:t>2025/11/6</a:t>
            </a:fld>
            <a:endParaRPr lang="zh-CN" altLang="en-US"/>
          </a:p>
        </p:txBody>
      </p:sp>
      <p:sp>
        <p:nvSpPr>
          <p:cNvPr id="6" name="页脚占位符 5">
            <a:extLst>
              <a:ext uri="{FF2B5EF4-FFF2-40B4-BE49-F238E27FC236}">
                <a16:creationId xmlns:a16="http://schemas.microsoft.com/office/drawing/2014/main" id="{8D500D7E-015F-2881-CD97-B80D35A616D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D60DFA8-ACA1-CD36-FE7B-F471F5C40E0D}"/>
              </a:ext>
            </a:extLst>
          </p:cNvPr>
          <p:cNvSpPr>
            <a:spLocks noGrp="1"/>
          </p:cNvSpPr>
          <p:nvPr>
            <p:ph type="sldNum" sz="quarter" idx="12"/>
          </p:nvPr>
        </p:nvSpPr>
        <p:spPr/>
        <p:txBody>
          <a:bodyPr/>
          <a:lstStyle/>
          <a:p>
            <a:fld id="{EF0BD0BB-4865-4546-A20D-32373E797FF6}" type="slidenum">
              <a:rPr lang="zh-CN" altLang="en-US" smtClean="0"/>
              <a:t>‹#›</a:t>
            </a:fld>
            <a:endParaRPr lang="zh-CN" altLang="en-US"/>
          </a:p>
        </p:txBody>
      </p:sp>
    </p:spTree>
    <p:extLst>
      <p:ext uri="{BB962C8B-B14F-4D97-AF65-F5344CB8AC3E}">
        <p14:creationId xmlns:p14="http://schemas.microsoft.com/office/powerpoint/2010/main" val="23837097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9E3410-DAC3-17AF-5A70-51D1CB90CAC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DEA8D35-085A-5269-A9F3-C2A954FC395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915D6CE6-D2EF-EE5A-82C6-B7F72ADCB2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2DE34F9-5C0E-B1B4-6979-D0EEA88114BA}"/>
              </a:ext>
            </a:extLst>
          </p:cNvPr>
          <p:cNvSpPr>
            <a:spLocks noGrp="1"/>
          </p:cNvSpPr>
          <p:nvPr>
            <p:ph type="dt" sz="half" idx="10"/>
          </p:nvPr>
        </p:nvSpPr>
        <p:spPr/>
        <p:txBody>
          <a:bodyPr/>
          <a:lstStyle/>
          <a:p>
            <a:fld id="{7693D71E-BE2A-4283-861A-967DF151859C}" type="datetimeFigureOut">
              <a:rPr lang="zh-CN" altLang="en-US" smtClean="0"/>
              <a:t>2025/11/6</a:t>
            </a:fld>
            <a:endParaRPr lang="zh-CN" altLang="en-US"/>
          </a:p>
        </p:txBody>
      </p:sp>
      <p:sp>
        <p:nvSpPr>
          <p:cNvPr id="6" name="页脚占位符 5">
            <a:extLst>
              <a:ext uri="{FF2B5EF4-FFF2-40B4-BE49-F238E27FC236}">
                <a16:creationId xmlns:a16="http://schemas.microsoft.com/office/drawing/2014/main" id="{52DB3B56-8261-2B30-4E6F-3EE3B9315AD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3547089-8E28-05F9-6406-9FA6F3F51393}"/>
              </a:ext>
            </a:extLst>
          </p:cNvPr>
          <p:cNvSpPr>
            <a:spLocks noGrp="1"/>
          </p:cNvSpPr>
          <p:nvPr>
            <p:ph type="sldNum" sz="quarter" idx="12"/>
          </p:nvPr>
        </p:nvSpPr>
        <p:spPr/>
        <p:txBody>
          <a:bodyPr/>
          <a:lstStyle/>
          <a:p>
            <a:fld id="{EF0BD0BB-4865-4546-A20D-32373E797FF6}" type="slidenum">
              <a:rPr lang="zh-CN" altLang="en-US" smtClean="0"/>
              <a:t>‹#›</a:t>
            </a:fld>
            <a:endParaRPr lang="zh-CN" altLang="en-US"/>
          </a:p>
        </p:txBody>
      </p:sp>
    </p:spTree>
    <p:extLst>
      <p:ext uri="{BB962C8B-B14F-4D97-AF65-F5344CB8AC3E}">
        <p14:creationId xmlns:p14="http://schemas.microsoft.com/office/powerpoint/2010/main" val="35180851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3600225-A459-9153-2601-2D779EEE746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086CFBE-E6C4-99DC-88E8-9FA8802C4F96}"/>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A41BE63-3AFC-4549-4BEC-FDB6A649F208}"/>
              </a:ext>
            </a:extLst>
          </p:cNvPr>
          <p:cNvSpPr>
            <a:spLocks noGrp="1"/>
          </p:cNvSpPr>
          <p:nvPr>
            <p:ph type="dt" sz="half" idx="10"/>
          </p:nvPr>
        </p:nvSpPr>
        <p:spPr/>
        <p:txBody>
          <a:bodyPr/>
          <a:lstStyle/>
          <a:p>
            <a:fld id="{7693D71E-BE2A-4283-861A-967DF151859C}" type="datetimeFigureOut">
              <a:rPr lang="zh-CN" altLang="en-US" smtClean="0"/>
              <a:t>2025/11/6</a:t>
            </a:fld>
            <a:endParaRPr lang="zh-CN" altLang="en-US"/>
          </a:p>
        </p:txBody>
      </p:sp>
      <p:sp>
        <p:nvSpPr>
          <p:cNvPr id="5" name="页脚占位符 4">
            <a:extLst>
              <a:ext uri="{FF2B5EF4-FFF2-40B4-BE49-F238E27FC236}">
                <a16:creationId xmlns:a16="http://schemas.microsoft.com/office/drawing/2014/main" id="{7C2C48A5-B7D3-05E0-6DF5-6C7766552AF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331C5E1-4048-6A44-38A2-1DE9B9D85E27}"/>
              </a:ext>
            </a:extLst>
          </p:cNvPr>
          <p:cNvSpPr>
            <a:spLocks noGrp="1"/>
          </p:cNvSpPr>
          <p:nvPr>
            <p:ph type="sldNum" sz="quarter" idx="12"/>
          </p:nvPr>
        </p:nvSpPr>
        <p:spPr/>
        <p:txBody>
          <a:bodyPr/>
          <a:lstStyle/>
          <a:p>
            <a:fld id="{EF0BD0BB-4865-4546-A20D-32373E797FF6}" type="slidenum">
              <a:rPr lang="zh-CN" altLang="en-US" smtClean="0"/>
              <a:t>‹#›</a:t>
            </a:fld>
            <a:endParaRPr lang="zh-CN" altLang="en-US"/>
          </a:p>
        </p:txBody>
      </p:sp>
    </p:spTree>
    <p:extLst>
      <p:ext uri="{BB962C8B-B14F-4D97-AF65-F5344CB8AC3E}">
        <p14:creationId xmlns:p14="http://schemas.microsoft.com/office/powerpoint/2010/main" val="18988044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2732A729-655D-C44D-6BDD-D355A7C50447}"/>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FAA147FA-ECCB-40BE-270E-4045A6A6B9DE}"/>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F00E1E1-81C3-4EA9-05E7-5EC3C954AC91}"/>
              </a:ext>
            </a:extLst>
          </p:cNvPr>
          <p:cNvSpPr>
            <a:spLocks noGrp="1"/>
          </p:cNvSpPr>
          <p:nvPr>
            <p:ph type="dt" sz="half" idx="10"/>
          </p:nvPr>
        </p:nvSpPr>
        <p:spPr/>
        <p:txBody>
          <a:bodyPr/>
          <a:lstStyle/>
          <a:p>
            <a:fld id="{7693D71E-BE2A-4283-861A-967DF151859C}" type="datetimeFigureOut">
              <a:rPr lang="zh-CN" altLang="en-US" smtClean="0"/>
              <a:t>2025/11/6</a:t>
            </a:fld>
            <a:endParaRPr lang="zh-CN" altLang="en-US"/>
          </a:p>
        </p:txBody>
      </p:sp>
      <p:sp>
        <p:nvSpPr>
          <p:cNvPr id="5" name="页脚占位符 4">
            <a:extLst>
              <a:ext uri="{FF2B5EF4-FFF2-40B4-BE49-F238E27FC236}">
                <a16:creationId xmlns:a16="http://schemas.microsoft.com/office/drawing/2014/main" id="{082C53C2-9E76-804D-5040-A4A4AE739AA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5C55457-F8D8-DCA8-B687-4851B29D740D}"/>
              </a:ext>
            </a:extLst>
          </p:cNvPr>
          <p:cNvSpPr>
            <a:spLocks noGrp="1"/>
          </p:cNvSpPr>
          <p:nvPr>
            <p:ph type="sldNum" sz="quarter" idx="12"/>
          </p:nvPr>
        </p:nvSpPr>
        <p:spPr/>
        <p:txBody>
          <a:bodyPr/>
          <a:lstStyle/>
          <a:p>
            <a:fld id="{EF0BD0BB-4865-4546-A20D-32373E797FF6}" type="slidenum">
              <a:rPr lang="zh-CN" altLang="en-US" smtClean="0"/>
              <a:t>‹#›</a:t>
            </a:fld>
            <a:endParaRPr lang="zh-CN" altLang="en-US"/>
          </a:p>
        </p:txBody>
      </p:sp>
    </p:spTree>
    <p:extLst>
      <p:ext uri="{BB962C8B-B14F-4D97-AF65-F5344CB8AC3E}">
        <p14:creationId xmlns:p14="http://schemas.microsoft.com/office/powerpoint/2010/main" val="29780827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EC97871-1771-F6F0-E263-40D75F5315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AF69DBD7-7F0D-59E2-44F7-59D53355EAF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EC53F4A-BD6B-B40F-E627-02A728E168C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93D71E-BE2A-4283-861A-967DF151859C}" type="datetimeFigureOut">
              <a:rPr lang="zh-CN" altLang="en-US" smtClean="0"/>
              <a:t>2025/11/6</a:t>
            </a:fld>
            <a:endParaRPr lang="zh-CN" altLang="en-US"/>
          </a:p>
        </p:txBody>
      </p:sp>
      <p:sp>
        <p:nvSpPr>
          <p:cNvPr id="5" name="页脚占位符 4">
            <a:extLst>
              <a:ext uri="{FF2B5EF4-FFF2-40B4-BE49-F238E27FC236}">
                <a16:creationId xmlns:a16="http://schemas.microsoft.com/office/drawing/2014/main" id="{6FAF2C98-A5D5-4D16-5387-7C71F7F61CD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FD74AAFE-124D-A01C-B7BE-41D6101AA04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0BD0BB-4865-4546-A20D-32373E797FF6}" type="slidenum">
              <a:rPr lang="zh-CN" altLang="en-US" smtClean="0"/>
              <a:t>‹#›</a:t>
            </a:fld>
            <a:endParaRPr lang="zh-CN" altLang="en-US"/>
          </a:p>
        </p:txBody>
      </p:sp>
    </p:spTree>
    <p:extLst>
      <p:ext uri="{BB962C8B-B14F-4D97-AF65-F5344CB8AC3E}">
        <p14:creationId xmlns:p14="http://schemas.microsoft.com/office/powerpoint/2010/main" val="35115119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C7C8D58D-8C28-B27C-CDFB-C83E51B1E51D}"/>
              </a:ext>
            </a:extLst>
          </p:cNvPr>
          <p:cNvGrpSpPr/>
          <p:nvPr/>
        </p:nvGrpSpPr>
        <p:grpSpPr>
          <a:xfrm>
            <a:off x="2987912" y="1889332"/>
            <a:ext cx="6463064" cy="2537256"/>
            <a:chOff x="2987912" y="1889332"/>
            <a:chExt cx="6463064" cy="2537256"/>
          </a:xfrm>
        </p:grpSpPr>
        <p:pic>
          <p:nvPicPr>
            <p:cNvPr id="3" name="图片 2">
              <a:extLst>
                <a:ext uri="{FF2B5EF4-FFF2-40B4-BE49-F238E27FC236}">
                  <a16:creationId xmlns:a16="http://schemas.microsoft.com/office/drawing/2014/main" id="{B345F756-040B-EF3C-B5B3-766AEAD348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87912" y="1889332"/>
              <a:ext cx="3641489" cy="2537256"/>
            </a:xfrm>
            <a:prstGeom prst="rect">
              <a:avLst/>
            </a:prstGeom>
          </p:spPr>
        </p:pic>
        <p:sp>
          <p:nvSpPr>
            <p:cNvPr id="4" name="文本框 3">
              <a:extLst>
                <a:ext uri="{FF2B5EF4-FFF2-40B4-BE49-F238E27FC236}">
                  <a16:creationId xmlns:a16="http://schemas.microsoft.com/office/drawing/2014/main" id="{36D78BA9-B8AF-CD2C-0D3C-5776984C3892}"/>
                </a:ext>
              </a:extLst>
            </p:cNvPr>
            <p:cNvSpPr txBox="1"/>
            <p:nvPr/>
          </p:nvSpPr>
          <p:spPr>
            <a:xfrm>
              <a:off x="6152604" y="2034575"/>
              <a:ext cx="3298372" cy="2246769"/>
            </a:xfrm>
            <a:prstGeom prst="rect">
              <a:avLst/>
            </a:prstGeom>
            <a:noFill/>
          </p:spPr>
          <p:txBody>
            <a:bodyPr wrap="square" rtlCol="0">
              <a:spAutoFit/>
            </a:bodyPr>
            <a:lstStyle/>
            <a:p>
              <a:pPr algn="ctr"/>
              <a:r>
                <a:rPr lang="en-US" altLang="zh-CN" sz="1400" b="1" dirty="0">
                  <a:latin typeface="Times New Roman" panose="02020603050405020304" pitchFamily="18" charset="0"/>
                  <a:cs typeface="Times New Roman" panose="02020603050405020304" pitchFamily="18" charset="0"/>
                </a:rPr>
                <a:t>A novel team structure instance for live streaming. The commander monitors events and assigns tasks to observers. The observers stream their target players' activities based on the commander's instructions. Observers' streaming signals are live on the director's monitor screen. The director gives instructions to the commander if there is any missing camera view.</a:t>
              </a:r>
              <a:endParaRPr lang="zh-CN" altLang="en-US" sz="1400" b="1"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12741723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a:extLst>
              <a:ext uri="{FF2B5EF4-FFF2-40B4-BE49-F238E27FC236}">
                <a16:creationId xmlns:a16="http://schemas.microsoft.com/office/drawing/2014/main" id="{30D24897-2342-55B3-325B-1123CFD8EB3D}"/>
              </a:ext>
            </a:extLst>
          </p:cNvPr>
          <p:cNvGrpSpPr/>
          <p:nvPr/>
        </p:nvGrpSpPr>
        <p:grpSpPr>
          <a:xfrm>
            <a:off x="1645615" y="835829"/>
            <a:ext cx="8471771" cy="4850552"/>
            <a:chOff x="1645615" y="835829"/>
            <a:chExt cx="8471771" cy="4850552"/>
          </a:xfrm>
        </p:grpSpPr>
        <p:grpSp>
          <p:nvGrpSpPr>
            <p:cNvPr id="6" name="组合 5">
              <a:extLst>
                <a:ext uri="{FF2B5EF4-FFF2-40B4-BE49-F238E27FC236}">
                  <a16:creationId xmlns:a16="http://schemas.microsoft.com/office/drawing/2014/main" id="{535769B9-302A-C9C8-2F39-8B01E25E1351}"/>
                </a:ext>
              </a:extLst>
            </p:cNvPr>
            <p:cNvGrpSpPr/>
            <p:nvPr/>
          </p:nvGrpSpPr>
          <p:grpSpPr>
            <a:xfrm>
              <a:off x="1645615" y="835829"/>
              <a:ext cx="5599984" cy="4850552"/>
              <a:chOff x="3810171" y="835829"/>
              <a:chExt cx="5599984" cy="4850552"/>
            </a:xfrm>
          </p:grpSpPr>
          <p:pic>
            <p:nvPicPr>
              <p:cNvPr id="3" name="图片 2">
                <a:extLst>
                  <a:ext uri="{FF2B5EF4-FFF2-40B4-BE49-F238E27FC236}">
                    <a16:creationId xmlns:a16="http://schemas.microsoft.com/office/drawing/2014/main" id="{3BC5FC79-CC6F-B2FE-B663-86FFCDF97F1E}"/>
                  </a:ext>
                </a:extLst>
              </p:cNvPr>
              <p:cNvPicPr>
                <a:picLocks noChangeAspect="1"/>
              </p:cNvPicPr>
              <p:nvPr/>
            </p:nvPicPr>
            <p:blipFill>
              <a:blip r:embed="rId2"/>
              <a:stretch>
                <a:fillRect/>
              </a:stretch>
            </p:blipFill>
            <p:spPr>
              <a:xfrm>
                <a:off x="3810171" y="835830"/>
                <a:ext cx="2728197" cy="4850551"/>
              </a:xfrm>
              <a:prstGeom prst="rect">
                <a:avLst/>
              </a:prstGeom>
            </p:spPr>
          </p:pic>
          <p:pic>
            <p:nvPicPr>
              <p:cNvPr id="5" name="图片 4">
                <a:extLst>
                  <a:ext uri="{FF2B5EF4-FFF2-40B4-BE49-F238E27FC236}">
                    <a16:creationId xmlns:a16="http://schemas.microsoft.com/office/drawing/2014/main" id="{DCCA93DC-5E62-C1FA-5933-B25BD24004B7}"/>
                  </a:ext>
                </a:extLst>
              </p:cNvPr>
              <p:cNvPicPr>
                <a:picLocks noChangeAspect="1"/>
              </p:cNvPicPr>
              <p:nvPr/>
            </p:nvPicPr>
            <p:blipFill>
              <a:blip r:embed="rId3"/>
              <a:stretch>
                <a:fillRect/>
              </a:stretch>
            </p:blipFill>
            <p:spPr>
              <a:xfrm>
                <a:off x="6681958" y="835829"/>
                <a:ext cx="2728197" cy="4850551"/>
              </a:xfrm>
              <a:prstGeom prst="rect">
                <a:avLst/>
              </a:prstGeom>
            </p:spPr>
          </p:pic>
        </p:grpSp>
        <p:pic>
          <p:nvPicPr>
            <p:cNvPr id="8" name="图片 7">
              <a:extLst>
                <a:ext uri="{FF2B5EF4-FFF2-40B4-BE49-F238E27FC236}">
                  <a16:creationId xmlns:a16="http://schemas.microsoft.com/office/drawing/2014/main" id="{4C3FBB04-F492-7543-C4CB-557000630B61}"/>
                </a:ext>
              </a:extLst>
            </p:cNvPr>
            <p:cNvPicPr>
              <a:picLocks noChangeAspect="1"/>
            </p:cNvPicPr>
            <p:nvPr/>
          </p:nvPicPr>
          <p:blipFill>
            <a:blip r:embed="rId4"/>
            <a:stretch>
              <a:fillRect/>
            </a:stretch>
          </p:blipFill>
          <p:spPr>
            <a:xfrm>
              <a:off x="7389189" y="835829"/>
              <a:ext cx="2728197" cy="4850551"/>
            </a:xfrm>
            <a:prstGeom prst="rect">
              <a:avLst/>
            </a:prstGeom>
          </p:spPr>
        </p:pic>
      </p:grpSp>
    </p:spTree>
    <p:extLst>
      <p:ext uri="{BB962C8B-B14F-4D97-AF65-F5344CB8AC3E}">
        <p14:creationId xmlns:p14="http://schemas.microsoft.com/office/powerpoint/2010/main" val="324716641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123</TotalTime>
  <Words>60</Words>
  <Application>Microsoft Office PowerPoint</Application>
  <PresentationFormat>宽屏</PresentationFormat>
  <Paragraphs>1</Paragraphs>
  <Slides>2</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2</vt:i4>
      </vt:variant>
    </vt:vector>
  </HeadingPairs>
  <TitlesOfParts>
    <vt:vector size="7" baseType="lpstr">
      <vt:lpstr>等线</vt:lpstr>
      <vt:lpstr>等线 Light</vt:lpstr>
      <vt:lpstr>Arial</vt:lpstr>
      <vt:lpstr>Times New Roman</vt:lpstr>
      <vt:lpstr>Office 主题​​</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Jiaye Li</dc:creator>
  <cp:lastModifiedBy>Jiaye Li</cp:lastModifiedBy>
  <cp:revision>1</cp:revision>
  <dcterms:created xsi:type="dcterms:W3CDTF">2025-11-06T15:10:47Z</dcterms:created>
  <dcterms:modified xsi:type="dcterms:W3CDTF">2025-11-06T17:14:41Z</dcterms:modified>
</cp:coreProperties>
</file>